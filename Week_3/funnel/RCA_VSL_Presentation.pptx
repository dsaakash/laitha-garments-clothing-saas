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371600"/>
            <a:ext cx="57908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D4A01E"/>
                </a:solidFill>
                <a:latin typeface="Calibri"/>
              </a:defRPr>
            </a:pPr>
            <a:r>
              <a:t>RETAIL CONTROL ARCHITECT™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Video Sales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Stop the Silent Bleed in Your Retail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303520"/>
            <a:ext cx="57908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7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1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6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2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⚡  PATTERN INTERRUPT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E74C3C"/>
                </a:solidFill>
                <a:latin typeface="Calibri"/>
              </a:defRPr>
            </a:pPr>
            <a:r>
              <a:t>There is a thief inside your store</a:t>
            </a:r>
            <a:br/>
            <a:r>
              <a:t>right now.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But here's the thing…</a:t>
            </a:r>
            <a:br/>
            <a:br/>
            <a:r>
              <a:t>You hired him.</a:t>
            </a:r>
            <a:br/>
            <a:r>
              <a:t>You pay his salary.</a:t>
            </a:r>
            <a:br/>
            <a:r>
              <a:t>And he steals from you</a:t>
            </a:r>
            <a:br/>
            <a:r>
              <a:t>every single 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 the next few minutes, I'm going to show you</a:t>
            </a:r>
            <a:br/>
            <a:r>
              <a:t>how this 'invisible thief' is silently draining</a:t>
            </a:r>
            <a:br/>
            <a:r>
              <a:t>₹2 to 5 Lakhs from your retail store every year…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4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And exactly how to catch him — in 30 days flat.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6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🎯  THE BIG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48495" cy="5029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3600" b="1">
                <a:solidFill>
                  <a:srgbClr val="D4A01E"/>
                </a:solidFill>
                <a:latin typeface="Calibri"/>
              </a:defRPr>
            </a:pPr>
            <a:r>
              <a:t>How to stop losing ₹40,000+ every single month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D4A01E"/>
                </a:solidFill>
                <a:latin typeface="Calibri"/>
              </a:defRPr>
            </a:pPr>
            <a:r>
              <a:t>from your clothing store…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Without buying expensive software</a:t>
            </a:r>
          </a:p>
          <a:p>
            <a:pPr algn="ctr">
              <a:spcAft>
                <a:spcPts val="80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Without firing your staff</a:t>
            </a:r>
          </a:p>
          <a:p>
            <a:pPr algn="ctr">
              <a:spcAft>
                <a:spcPts val="80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Without spending hours reconciling stock every night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200" b="0">
                <a:solidFill>
                  <a:srgbClr val="CCCCCC"/>
                </a:solidFill>
                <a:latin typeface="Calibri"/>
              </a:defRPr>
            </a:pPr>
            <a:r>
              <a:t>Even if you've tried billing software before</a:t>
            </a:r>
          </a:p>
          <a:p>
            <a:pPr algn="ctr">
              <a:spcAft>
                <a:spcPts val="800"/>
              </a:spcAft>
              <a:defRPr sz="2200" b="0">
                <a:solidFill>
                  <a:srgbClr val="CCCCCC"/>
                </a:solidFill>
                <a:latin typeface="Calibri"/>
              </a:defRPr>
            </a:pPr>
            <a:r>
              <a:t>and it didn't 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Hey, I'm Aakash Savant.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And let me ask you this…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😤  THE YES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Are you sick and tired of your stock count</a:t>
            </a:r>
            <a:br/>
            <a:r>
              <a:t>NEVER matching what your</a:t>
            </a:r>
            <a:br/>
            <a:r>
              <a:t>billing software says?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 you wish you could stop spending</a:t>
            </a:r>
            <a:br/>
            <a:r>
              <a:t>2 hours every night trying to find</a:t>
            </a:r>
            <a:br/>
            <a:r>
              <a:t>where items went missing?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Are you looking for a way to finally</a:t>
            </a:r>
            <a:br/>
            <a:r>
              <a:t>run your store without depending on</a:t>
            </a:r>
            <a:br/>
            <a:r>
              <a:t>one 'trusted' staff member who may</a:t>
            </a:r>
            <a:br/>
            <a:r>
              <a:t>or may not be stealing from you?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Or do you simply want to go home on time,</a:t>
            </a:r>
            <a:br/>
            <a:r>
              <a:t>knowing that every single item in your store</a:t>
            </a:r>
            <a:br/>
            <a:r>
              <a:t>is exactly where it should be?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2ECC71"/>
                </a:solidFill>
                <a:latin typeface="Calibri"/>
              </a:defRPr>
            </a:pPr>
            <a:r>
              <a:t>If this sounds like you…</a:t>
            </a:r>
            <a:br/>
            <a:r>
              <a:t>then you're in luck.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Because in the next few minutes,</a:t>
            </a:r>
            <a:br/>
            <a:r>
              <a:t>I'm going to reveal the single most effective</a:t>
            </a:r>
            <a:br/>
            <a:r>
              <a:t>stock control breakthrough</a:t>
            </a:r>
            <a:br/>
            <a:r>
              <a:t>in the Indian retail industry.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D4A01E"/>
                </a:solidFill>
                <a:latin typeface="Calibri"/>
              </a:defRPr>
            </a:pPr>
            <a:r>
              <a:t>Sound good?</a:t>
            </a:r>
            <a:br/>
            <a:br/>
            <a:r>
              <a:t>Excellent!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🏆  EXCLUSIVITY + PROOF BLAST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Now before I reveal how this works…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E74C3C"/>
                </a:solidFill>
                <a:latin typeface="Calibri"/>
              </a:defRPr>
            </a:pPr>
            <a:r>
              <a:t>This is NOT for everybody.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 only take on 3 new stores per month.</a:t>
            </a:r>
            <a:br/>
            <a:br/>
            <a:r>
              <a:t>For reasons you'll understand</a:t>
            </a:r>
            <a:br/>
            <a:r>
              <a:t>in just a moment…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4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I have to be extremely selective about who I work with.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6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D4A01E"/>
                </a:solidFill>
                <a:latin typeface="Calibri"/>
              </a:defRPr>
            </a:pPr>
            <a:r>
              <a:t>But first, let me SHOW you</a:t>
            </a:r>
            <a:br/>
            <a:r>
              <a:t>what I'm talking about…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E"/>
                </a:solidFill>
                <a:latin typeface="Calibri"/>
              </a:defRPr>
            </a:pPr>
            <a:r>
              <a:t>📸  REAL RESULTS FROM REAL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🏪  Store in Pune — Mismatch dropped from 17% to under 2% in 45 days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  ₹3.2 Lakhs recovered in hidden stock losses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📊  847 mismatched items → 12 items. Stock accuracy: 99.4%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  Owner: "I sleep better at night knowing my stock is right."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4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E"/>
                </a:solidFill>
                <a:latin typeface="Calibri"/>
              </a:defRPr>
            </a:pPr>
            <a:r>
              <a:t>📸  MORE RESULTS — DIFFERENT STORES, SAME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🏬  Dead stock worth ₹4.2 Lakhs identified and liquidated in 3 weeks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⏱️  Nightly reconciliation: 2 hours → 10 minutes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🏪  One owner opened his second branch within 6 months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     — his operations were that clean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  "The system runs even when I'm not in the store."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4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👤  THE ORIGIN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Now before I tell you exactly</a:t>
            </a:r>
            <a:br/>
            <a:r>
              <a:t>how we achieve these results…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4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Let me briefly explain who I am and</a:t>
            </a:r>
            <a:br/>
            <a:r>
              <a:t>why you should listen to me at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6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My name is Aakash Savant</a:t>
            </a:r>
            <a:br/>
            <a:br/>
            <a:r>
              <a:t>Founder of Retail Control Architect™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4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A specialized stock control system designed exclusively</a:t>
            </a:r>
            <a:br/>
            <a:r>
              <a:t>for owner-operated clothing stores in India.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6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We help retail store owners like you</a:t>
            </a:r>
            <a:br/>
            <a:r>
              <a:t>eliminate stock mismatch,</a:t>
            </a:r>
            <a:br/>
            <a:r>
              <a:t>recover hidden losses,</a:t>
            </a:r>
            <a:br/>
            <a:r>
              <a:t>and build a store that runs on a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D4A01E"/>
                </a:solidFill>
                <a:latin typeface="Calibri"/>
              </a:defRPr>
            </a:pPr>
            <a:r>
              <a:t>Here's what happened…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 walked into a store and asked</a:t>
            </a:r>
            <a:br/>
            <a:r>
              <a:t>one simple question:</a:t>
            </a:r>
            <a:br/>
            <a:br/>
            <a:r>
              <a:t>"How many units of your</a:t>
            </a:r>
            <a:br/>
            <a:r>
              <a:t>best-selling shirt do you have?"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48495" cy="5029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2800" b="0">
                <a:solidFill>
                  <a:srgbClr val="CCCCCC"/>
                </a:solidFill>
                <a:latin typeface="Calibri"/>
              </a:defRPr>
            </a:pPr>
            <a:r>
              <a:t>The screen said:</a:t>
            </a:r>
          </a:p>
          <a:p>
            <a:pPr algn="ctr">
              <a:spcAft>
                <a:spcPts val="800"/>
              </a:spcAft>
              <a:defRPr sz="5600" b="1">
                <a:solidFill>
                  <a:srgbClr val="2ECC71"/>
                </a:solidFill>
                <a:latin typeface="Calibri"/>
              </a:defRPr>
            </a:pPr>
            <a:r>
              <a:t>34 units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800" b="0">
                <a:solidFill>
                  <a:srgbClr val="CCCCCC"/>
                </a:solidFill>
                <a:latin typeface="Calibri"/>
              </a:defRPr>
            </a:pPr>
            <a:r>
              <a:t>We went to the rack. Counted.</a:t>
            </a:r>
          </a:p>
          <a:p>
            <a:pPr algn="ctr">
              <a:spcAft>
                <a:spcPts val="800"/>
              </a:spcAft>
              <a:defRPr sz="5600" b="1">
                <a:solidFill>
                  <a:srgbClr val="E74C3C"/>
                </a:solidFill>
                <a:latin typeface="Calibri"/>
              </a:defRPr>
            </a:pPr>
            <a:r>
              <a:t>21 units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13 shirts — gone.</a:t>
            </a:r>
          </a:p>
          <a:p>
            <a:pPr algn="ctr">
              <a:spcAft>
                <a:spcPts val="800"/>
              </a:spcAft>
              <a:defRPr sz="2400" b="0">
                <a:solidFill>
                  <a:srgbClr val="CCCCCC"/>
                </a:solidFill>
                <a:latin typeface="Calibri"/>
              </a:defRPr>
            </a:pPr>
            <a:r>
              <a:t>No record. No explanation. Just… gone.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And that was just ONE item</a:t>
            </a:r>
            <a:br/>
            <a:r>
              <a:t>out of 2,000+.</a:t>
            </a:r>
            <a:br/>
            <a:br/>
            <a:r>
              <a:t>The store was losing</a:t>
            </a:r>
            <a:br/>
            <a:r>
              <a:t>₹4 Lakhs a year.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This is NOT a software problem.</a:t>
            </a:r>
          </a:p>
          <a:p>
            <a:pPr algn="ctr">
              <a:spcAft>
                <a:spcPts val="800"/>
              </a:spcAft>
              <a:defRPr sz="2800" b="0">
                <a:solidFill>
                  <a:srgbClr val="E74C3C"/>
                </a:solidFill>
                <a:latin typeface="Calibri"/>
              </a:defRPr>
            </a:pPr>
            <a:r>
              <a:t>❌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It's NOT a staff problem.</a:t>
            </a:r>
          </a:p>
          <a:p>
            <a:pPr algn="ctr">
              <a:spcAft>
                <a:spcPts val="800"/>
              </a:spcAft>
              <a:defRPr sz="2800" b="0">
                <a:solidFill>
                  <a:srgbClr val="E74C3C"/>
                </a:solidFill>
                <a:latin typeface="Calibri"/>
              </a:defRPr>
            </a:pPr>
            <a:r>
              <a:t>❌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4200" b="1">
                <a:solidFill>
                  <a:srgbClr val="2ECC71"/>
                </a:solidFill>
                <a:latin typeface="Calibri"/>
              </a:defRPr>
            </a:pPr>
            <a:r>
              <a:t>It is a SYSTEM problem.</a:t>
            </a:r>
          </a:p>
          <a:p>
            <a:pPr algn="ctr">
              <a:spcAft>
                <a:spcPts val="800"/>
              </a:spcAft>
              <a:defRPr sz="3200" b="0">
                <a:solidFill>
                  <a:srgbClr val="2ECC71"/>
                </a:solidFill>
                <a:latin typeface="Calibri"/>
              </a:defRPr>
            </a:pPr>
            <a:r>
              <a:t>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So I built one.</a:t>
            </a:r>
            <a:br/>
            <a:br/>
            <a:r>
              <a:t>A simple 5-step system that any store owner</a:t>
            </a:r>
            <a:br/>
            <a:r>
              <a:t>can implement in 30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4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Studied the best inventory systems worldwide.</a:t>
            </a:r>
            <a:br/>
            <a:r>
              <a:t>Distilled it into one framework.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6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🔓  THE SYSTEM REVEALED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E74C3C"/>
                </a:solidFill>
                <a:latin typeface="Calibri"/>
              </a:defRPr>
            </a:pPr>
            <a:r>
              <a:t>Remember that</a:t>
            </a:r>
            <a:br/>
            <a:r>
              <a:t>invisible thief?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48495" cy="5029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The thief is not a person.</a:t>
            </a:r>
          </a:p>
          <a:p>
            <a:pPr algn="ctr">
              <a:spcAft>
                <a:spcPts val="80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It's not your staff member.</a:t>
            </a:r>
          </a:p>
          <a:p>
            <a:pPr algn="ctr">
              <a:spcAft>
                <a:spcPts val="80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It's not your supplier.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3200" b="0">
                <a:solidFill>
                  <a:srgbClr val="CCCCCC"/>
                </a:solidFill>
                <a:latin typeface="Calibri"/>
              </a:defRPr>
            </a:pPr>
            <a:r>
              <a:t>The invisible thief is your</a:t>
            </a:r>
          </a:p>
          <a:p>
            <a:pPr algn="ctr">
              <a:spcAft>
                <a:spcPts val="800"/>
              </a:spcAft>
              <a:defRPr sz="5200" b="1">
                <a:solidFill>
                  <a:srgbClr val="E74C3C"/>
                </a:solidFill>
                <a:latin typeface="Calibri"/>
              </a:defRPr>
            </a:pPr>
            <a:r>
              <a:t>BROKEN SYSTEM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600" b="0">
                <a:solidFill>
                  <a:srgbClr val="CCCCCC"/>
                </a:solidFill>
                <a:latin typeface="Calibri"/>
              </a:defRPr>
            </a:pPr>
            <a:r>
              <a:t>And you've been paying for it</a:t>
            </a:r>
          </a:p>
          <a:p>
            <a:pPr algn="ctr">
              <a:spcAft>
                <a:spcPts val="800"/>
              </a:spcAft>
              <a:defRPr sz="2600" b="0">
                <a:solidFill>
                  <a:srgbClr val="CCCCCC"/>
                </a:solidFill>
                <a:latin typeface="Calibri"/>
              </a:defRPr>
            </a:pPr>
            <a:r>
              <a:t>every single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D4A01E"/>
                </a:solidFill>
                <a:latin typeface="Calibri"/>
              </a:defRPr>
            </a:pPr>
            <a:r>
              <a:t>This is NOT like anything</a:t>
            </a:r>
            <a:br/>
            <a:r>
              <a:t>you've heard before.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Pay very close attention —</a:t>
            </a:r>
            <a:br/>
            <a:r>
              <a:t>this could be the breakthrough</a:t>
            </a:r>
            <a:br/>
            <a:r>
              <a:t>your store has been waiting for.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E"/>
                </a:solidFill>
                <a:latin typeface="Calibri"/>
              </a:defRPr>
            </a:pPr>
            <a:r>
              <a:t>⚙️  THE 5-STEP RETAIL CONTROL ARCHITECT™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Step 1 ▸ FIND THE LEAKS — Full forensic audit of real vs system stock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Step 2 ▸ ORGANIZE EVERY ITEM — Unique tagging for every SKU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Step 3 ▸ STAFF ACCOUNTABILITY — Daily checklists per staff member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Step 4 ▸ WEEKLY TRACKING — One-page report, 10 minutes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Step 5 ▸ LOCK THE PROCESS — Written rules that run without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4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This is what we do</a:t>
            </a:r>
            <a:br/>
            <a:r>
              <a:t>day-in, day-out</a:t>
            </a:r>
            <a:br/>
            <a:r>
              <a:t>at Retail Control Architect™.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And we've done it for store owners</a:t>
            </a:r>
            <a:br/>
            <a:r>
              <a:t>just like you…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📸  UNDENIABLE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E"/>
                </a:solidFill>
                <a:latin typeface="Calibri"/>
              </a:defRPr>
            </a:pPr>
            <a:r>
              <a:t>💬  WHAT STORE OWNERS ARE SAYING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🏪 Rajesh, Pune: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   "My stock matches exactly now. I sleep better at night."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🏬 Meera, Bengaluru: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   "We found ₹1.8 Lakhs in dead stock we didn't know existed."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🏪 Vikram, Mumbai: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   "My staff actually follows a process now. It's like a different store."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4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 find and eliminate hidden stock losses</a:t>
            </a:r>
            <a:br/>
            <a:r>
              <a:t>for retail store owners every single month.</a:t>
            </a:r>
            <a:br/>
            <a:br/>
            <a:r>
              <a:t>Using a system that is simple,</a:t>
            </a:r>
            <a:br/>
            <a:r>
              <a:t>repeatable, and guaranteed to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We do all the detective work for you —</a:t>
            </a:r>
            <a:br/>
            <a:r>
              <a:t>the forensic audit, the SKU cleanup, the staff training —</a:t>
            </a:r>
            <a:br/>
            <a:br/>
            <a:r>
              <a:t>so you don't have to become a tech expert</a:t>
            </a:r>
            <a:br/>
            <a:r>
              <a:t>or an operations genius.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48495" cy="5029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4000" b="1">
                <a:solidFill>
                  <a:srgbClr val="D4A01E"/>
                </a:solidFill>
                <a:latin typeface="Calibri"/>
              </a:defRPr>
            </a:pPr>
            <a:r>
              <a:t>Imagine…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Walking on the shop floor, knowing that every item</a:t>
            </a:r>
          </a:p>
          <a:p>
            <a:pPr algn="ctr">
              <a:spcAft>
                <a:spcPts val="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on every rack is exactly where your system says it is.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Leaving the store on time, with a clean daily report,</a:t>
            </a:r>
          </a:p>
          <a:p>
            <a:pPr algn="ctr">
              <a:spcAft>
                <a:spcPts val="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and zero surprises waiting for you tomorrow.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3200" b="1">
                <a:solidFill>
                  <a:srgbClr val="2ECC71"/>
                </a:solidFill>
                <a:latin typeface="Calibri"/>
              </a:defRPr>
            </a:pPr>
            <a:r>
              <a:t>That's what we deliver. Guaranteed.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🛡️  OBJECTION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And by the way…</a:t>
            </a:r>
            <a:br/>
            <a:r>
              <a:t>you might be thinking…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CCCCCC"/>
                </a:solidFill>
                <a:latin typeface="Calibri"/>
              </a:defRPr>
            </a:pPr>
            <a:r>
              <a:t>"But Aakash, I already use</a:t>
            </a:r>
            <a:br/>
            <a:r>
              <a:t>billing software.</a:t>
            </a:r>
            <a:br/>
            <a:r>
              <a:t>Doesn't that handle inventory?"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 don't blame you.</a:t>
            </a:r>
            <a:br/>
            <a:r>
              <a:t>I used to think the same way.</a:t>
            </a:r>
            <a:br/>
            <a:br/>
            <a:r>
              <a:t>Until I discovered that billing software</a:t>
            </a:r>
            <a:br/>
            <a:r>
              <a:t>only RECORDS data.</a:t>
            </a:r>
            <a:br/>
            <a:br/>
            <a:r>
              <a:t>It does NOT create the daily habits</a:t>
            </a:r>
            <a:br/>
            <a:r>
              <a:t>that PREVENT stock from going missing.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CCCCCC"/>
                </a:solidFill>
                <a:latin typeface="Calibri"/>
              </a:defRPr>
            </a:pPr>
            <a:r>
              <a:t>"My staff won't follow</a:t>
            </a:r>
            <a:br/>
            <a:r>
              <a:t>any new system."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That's exactly why this system has</a:t>
            </a:r>
            <a:br/>
            <a:r>
              <a:t>built-in daily checks that</a:t>
            </a:r>
            <a:br/>
            <a:r>
              <a:t>physically CANNOT be skipped.</a:t>
            </a:r>
            <a:br/>
            <a:br/>
            <a:r>
              <a:t>We don't hope for compliance.</a:t>
            </a:r>
            <a:br/>
            <a:r>
              <a:t>We engineer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CCCCCC"/>
                </a:solidFill>
                <a:latin typeface="Calibri"/>
              </a:defRPr>
            </a:pPr>
            <a:r>
              <a:t>"My store is too small for this."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Smaller stores lose a HIGHER percentage</a:t>
            </a:r>
            <a:br/>
            <a:r>
              <a:t>of revenue to stock mismatch.</a:t>
            </a:r>
            <a:br/>
            <a:br/>
            <a:r>
              <a:t>₹2,000/day × 365 = ₹7.3 Lakhs/year.</a:t>
            </a:r>
            <a:br/>
            <a:br/>
            <a:r>
              <a:t>This system was BUILT</a:t>
            </a:r>
            <a:br/>
            <a:r>
              <a:t>for stores like yours.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2ECC71"/>
                </a:solidFill>
                <a:latin typeface="Calibri"/>
              </a:defRPr>
            </a:pPr>
            <a:r>
              <a:t>Are you beginning to see</a:t>
            </a:r>
            <a:br/>
            <a:r>
              <a:t>how easy it can be?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💎  THE OFFER +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E"/>
                </a:solidFill>
                <a:latin typeface="Calibri"/>
              </a:defRPr>
            </a:pPr>
            <a:r>
              <a:t>✨  THE RETAIL CONTROL ARCHITECT™ SYSTEM IS…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🆕  NEW — No one else installs a stock PROCESS in your store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✅  SIMPLE — Takes 10 minutes a day to maintain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🤝  CONVENIENT — We do the heavy lifting for you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📊  PREDICTABLE — Measurable mismatch reduction in 30 days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🏆  And best of all…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4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2ECC71"/>
                </a:solidFill>
                <a:latin typeface="Calibri"/>
              </a:defRPr>
            </a:pPr>
            <a:r>
              <a:t>My team and I would love to</a:t>
            </a:r>
            <a:br/>
            <a:r>
              <a:t>find YOUR biggest stock leak</a:t>
            </a:r>
            <a:br/>
            <a:br/>
            <a:r>
              <a:t>— FOR FREE.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D4A01E"/>
                </a:solidFill>
                <a:latin typeface="Calibri"/>
              </a:defRPr>
            </a:pPr>
            <a:r>
              <a:t>And I'm so confident we can</a:t>
            </a:r>
            <a:br/>
            <a:r>
              <a:t>that I'll even guarantee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0D2B1A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3200" b="1">
                <a:solidFill>
                  <a:srgbClr val="2ECC71"/>
                </a:solidFill>
                <a:latin typeface="Calibri"/>
              </a:defRPr>
            </a:pPr>
            <a:r>
              <a:t>🔒  THE STOCK CERTAINTY GUARANTEE™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If after 30 days, your stock mismatch</a:t>
            </a:r>
          </a:p>
          <a:p>
            <a:pPr algn="ctr">
              <a:spcAft>
                <a:spcPts val="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does not reduce measurably,</a:t>
            </a:r>
          </a:p>
          <a:p>
            <a:pPr algn="ctr">
              <a:spcAft>
                <a:spcPts val="8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3200" b="1">
                <a:solidFill>
                  <a:srgbClr val="D4A01E"/>
                </a:solidFill>
                <a:latin typeface="Calibri"/>
              </a:defRPr>
            </a:pPr>
            <a:r>
              <a:t>I will keep working with you</a:t>
            </a:r>
          </a:p>
          <a:p>
            <a:pPr algn="ctr">
              <a:spcAft>
                <a:spcPts val="800"/>
              </a:spcAft>
              <a:defRPr sz="3200" b="1">
                <a:solidFill>
                  <a:srgbClr val="D4A01E"/>
                </a:solidFill>
                <a:latin typeface="Calibri"/>
              </a:defRPr>
            </a:pPr>
            <a:r>
              <a:t>for FREE until it does.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400" b="0">
                <a:solidFill>
                  <a:srgbClr val="CCCCCC"/>
                </a:solidFill>
                <a:latin typeface="Calibri"/>
              </a:defRPr>
            </a:pPr>
            <a:r>
              <a:t>We don't want your money</a:t>
            </a:r>
          </a:p>
          <a:p>
            <a:pPr algn="ctr">
              <a:spcAft>
                <a:spcPts val="800"/>
              </a:spcAft>
              <a:defRPr sz="2400" b="0">
                <a:solidFill>
                  <a:srgbClr val="CCCCCC"/>
                </a:solidFill>
                <a:latin typeface="Calibri"/>
              </a:defRPr>
            </a:pPr>
            <a:r>
              <a:t>if your stock doesn't match.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" dur="indefinite" nodeType="mainSeq"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1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Want a completely risk-free way</a:t>
            </a:r>
            <a:br/>
            <a:r>
              <a:t>to find out how much</a:t>
            </a:r>
            <a:br/>
            <a:r>
              <a:t>your store is losing?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48495" cy="5029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For a limited time, claim your</a:t>
            </a:r>
          </a:p>
          <a:p>
            <a:pPr algn="ctr">
              <a:spcAft>
                <a:spcPts val="8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4800" b="1">
                <a:solidFill>
                  <a:srgbClr val="2ECC71"/>
                </a:solidFill>
                <a:latin typeface="Calibri"/>
              </a:defRPr>
            </a:pPr>
            <a:r>
              <a:t>FREE 30-Minute</a:t>
            </a:r>
          </a:p>
          <a:p>
            <a:pPr algn="ctr">
              <a:spcAft>
                <a:spcPts val="800"/>
              </a:spcAft>
              <a:defRPr sz="4800" b="1">
                <a:solidFill>
                  <a:srgbClr val="2ECC71"/>
                </a:solidFill>
                <a:latin typeface="Calibri"/>
              </a:defRPr>
            </a:pPr>
            <a:r>
              <a:t>Store Check-Up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600" b="0">
                <a:solidFill>
                  <a:srgbClr val="CCCCCC"/>
                </a:solidFill>
                <a:latin typeface="Calibri"/>
              </a:defRPr>
            </a:pPr>
            <a:r>
              <a:t>We'll find your #1 leak source together</a:t>
            </a:r>
          </a:p>
          <a:p>
            <a:pPr algn="ctr">
              <a:spcAft>
                <a:spcPts val="800"/>
              </a:spcAft>
              <a:defRPr sz="2600" b="0">
                <a:solidFill>
                  <a:srgbClr val="CCCCCC"/>
                </a:solidFill>
                <a:latin typeface="Calibri"/>
              </a:defRPr>
            </a:pPr>
            <a:r>
              <a:t>and tell you exactly how much it costs you</a:t>
            </a:r>
          </a:p>
          <a:p>
            <a:pPr algn="ctr">
              <a:spcAft>
                <a:spcPts val="800"/>
              </a:spcAft>
              <a:defRPr sz="2600" b="0">
                <a:solidFill>
                  <a:srgbClr val="CCCCCC"/>
                </a:solidFill>
                <a:latin typeface="Calibri"/>
              </a:defRPr>
            </a:pPr>
            <a:r>
              <a:t>every single month.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E"/>
                </a:solidFill>
                <a:latin typeface="Calibri"/>
              </a:defRPr>
            </a:pPr>
            <a:r>
              <a:t>📋  ON THIS FREE CALL, WE'LL COVER: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✅  How you can reduce stock mismatch to under 2% in 30 days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✅  The #1 thing you should NEVER do when fixing inventory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✅  3 common mistakes clothing store owners make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     that silently drain their profits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🚫  No cost. No obligation. No pressure.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4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PHASE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🔥  THE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3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E74C3C"/>
                </a:solidFill>
                <a:latin typeface="Calibri"/>
              </a:defRPr>
            </a:pPr>
            <a:r>
              <a:t>But a word of warning…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This is NOT some quick-fix magic solution.</a:t>
            </a:r>
            <a:br/>
            <a:br/>
            <a:r>
              <a:t>This is for legitimate, hard-working</a:t>
            </a:r>
            <a:br/>
            <a:r>
              <a:t>retail store owners who are ready to</a:t>
            </a:r>
            <a:br/>
            <a:r>
              <a:t>invest in fixing their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You must be willing to commit to the process.</a:t>
            </a:r>
            <a:br/>
            <a:br/>
            <a:r>
              <a:t>I have a strict 'Single System Rule' —</a:t>
            </a:r>
            <a:br/>
            <a:r>
              <a:t>we eliminate all parallel diaries</a:t>
            </a:r>
            <a:br/>
            <a:r>
              <a:t>and manual shortcuts.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D4A01E"/>
                </a:solidFill>
                <a:latin typeface="Calibri"/>
              </a:defRPr>
            </a:pPr>
            <a:r>
              <a:t>If you can agree to that…</a:t>
            </a:r>
            <a:br/>
            <a:br/>
            <a:r>
              <a:t>this is truly the opportunity</a:t>
            </a:r>
            <a:br/>
            <a:r>
              <a:t>of a lifetime.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10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This call is NOT a sales call.</a:t>
            </a:r>
            <a:br/>
            <a:br/>
            <a:r>
              <a:t>It's a free diagnostic session</a:t>
            </a:r>
            <a:br/>
            <a:r>
              <a:t>to find your biggest leak</a:t>
            </a:r>
            <a:br/>
            <a:r>
              <a:t>and see if we're a good fit.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7432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But this video is being seen by</a:t>
            </a:r>
            <a:br/>
            <a:r>
              <a:t>hundreds of store owners.</a:t>
            </a:r>
            <a:br/>
            <a:br/>
            <a:r>
              <a:t>I take on only 3 new stores per month.</a:t>
            </a:r>
            <a:br/>
            <a:br/>
            <a:r>
              <a:t>First come, first served.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0"/>
            <a:ext cx="4876495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4114800"/>
            <a:ext cx="6705295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206240"/>
            <a:ext cx="67052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👉  BOOK MY FREE STORE CHECK-UP 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Don't wait.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D4A01E"/>
                </a:solidFill>
                <a:latin typeface="Calibri"/>
              </a:defRPr>
            </a:pPr>
            <a:r>
              <a:t>Click the button below NOW.</a:t>
            </a:r>
          </a:p>
          <a:p>
            <a:pPr algn="ctr">
              <a:spcAft>
                <a:spcPts val="800"/>
              </a:spcAft>
              <a:defRPr sz="2800" b="0">
                <a:solidFill>
                  <a:srgbClr val="CCCCCC"/>
                </a:solidFill>
                <a:latin typeface="Calibri"/>
              </a:defRPr>
            </a:pPr>
            <a:r>
              <a:t>Book the next available slot.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8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40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E"/>
                </a:solidFill>
                <a:latin typeface="Calibri"/>
              </a:defRPr>
            </a:pPr>
            <a:r>
              <a:t>You've got two options here…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2D0A0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3891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1">
                <a:solidFill>
                  <a:srgbClr val="E74C3C"/>
                </a:solidFill>
                <a:latin typeface="Calibri"/>
              </a:defRPr>
            </a:pPr>
            <a:r>
              <a:t>OPTION 1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Forget everything.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Go back to doing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what you've always done.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Keep losing ₹40,000+</a:t>
            </a:r>
          </a:p>
          <a:p>
            <a:pPr algn="l">
              <a:spcAft>
                <a:spcPts val="8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every month.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A2D1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828800"/>
            <a:ext cx="43891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2400" b="1">
                <a:solidFill>
                  <a:srgbClr val="2ECC71"/>
                </a:solidFill>
                <a:latin typeface="Calibri"/>
              </a:defRPr>
            </a:pPr>
            <a:r>
              <a:t>OPTION 2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Get a proven roadmap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from someone who's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already solved this.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200" b="1">
                <a:solidFill>
                  <a:srgbClr val="2ECC71"/>
                </a:solidFill>
                <a:latin typeface="Calibri"/>
              </a:defRPr>
            </a:pPr>
            <a:r>
              <a:t>Book your FREE</a:t>
            </a:r>
          </a:p>
          <a:p>
            <a:pPr algn="l">
              <a:spcAft>
                <a:spcPts val="800"/>
              </a:spcAft>
              <a:defRPr sz="2200" b="1">
                <a:solidFill>
                  <a:srgbClr val="2ECC71"/>
                </a:solidFill>
                <a:latin typeface="Calibri"/>
              </a:defRPr>
            </a:pPr>
            <a:r>
              <a:t>Store Check-Up now.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7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6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10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8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Click the button below this video.</a:t>
            </a:r>
          </a:p>
          <a:p>
            <a:pPr algn="ctr">
              <a:spcAft>
                <a:spcPts val="800"/>
              </a:spcAft>
              <a:defRPr sz="3400" b="1">
                <a:solidFill>
                  <a:srgbClr val="D4A01E"/>
                </a:solidFill>
                <a:latin typeface="Calibri"/>
              </a:defRPr>
            </a:pPr>
            <a:r>
              <a:t>Book your free 30-minute Store Check-Up.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00"/>
              </a:spcAft>
              <a:defRPr sz="2800" b="0">
                <a:solidFill>
                  <a:srgbClr val="CCCCCC"/>
                </a:solidFill>
                <a:latin typeface="Calibri"/>
              </a:defRPr>
            </a:pPr>
            <a:r>
              <a:t>I'll speak to you soon.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4389120"/>
            <a:ext cx="6705295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4480560"/>
            <a:ext cx="67052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👉  BOOK MY FREE STORE CHECK-UP 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85340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D4A01E"/>
                </a:solidFill>
                <a:latin typeface="Calibri"/>
              </a:defRPr>
            </a:pPr>
            <a:r>
              <a:t>RETAIL CONTROL ARCHITECT™  •  Stop the Silent Bleed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8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800"/>
                      </p:stCondLst>
                      <p:childTnLst>
                        <p:par>
                          <p:cTn id="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10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