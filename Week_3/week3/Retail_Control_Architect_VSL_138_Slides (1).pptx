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Let me guess… you think stock mismatch is normal?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“Retail mein thoda bahut toh chalta hai…”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This is a leaking bucket.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Every drop… is your profit.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 the next few minutes… I’ll show you how to stop this leak in 30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Without buying expensive ERP.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Hi, I’m Aakash Savant.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Quick question…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Does your physical stock ever mismatch system stock?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End of month shock?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Staff confusion?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Random shortages?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That stress… never leaves you.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don’t know what’s sold… or what’s stolen.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If this sounds familiar…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Then what I’m about to show you will change your store forever.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But listen carefully.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This is NOT for careless store owners.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Not for people who blame staff daily.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 only work with serious retail operators.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Before I explain how… let me show you.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₹3.2 lakh recovered in 45 days.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Mismatch reduced from 17% to 2%.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Zero stock shock in month-end audit.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Now… who am I?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 specialize in retail execution systems.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Founder of Retail Control Architect™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 help clothing stores plug hidden leakage.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Because I’ve seen owners silently losing money.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 once walked into a store…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System showed ₹28 lakh inventory.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Physical count showed ₹24 lakh.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₹4 lakh vanished.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And the owner thought it was “normal.”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That’s when I understood the real problem.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not software.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not staff.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lack of structure.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Retail chaos is the enemy.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Since then, I’ve fixed this for multiple stores.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Using one simple framework.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might think this won’t work in your store.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But every store follows patterns.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Remember the leaking bucket?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That leak is uncontrolled stock movement.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Sales without entry.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Returns without tagging.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Transfers without logging.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Small gaps create big losses.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Introducing Retail Control Architect™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 5-Step Enforcement Framework.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Step 1: Leakage Mapping Audit.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Step 2: SKU Discipline System.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Step 3: Staff Accountability Layer.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Step 4: Weekly Control Dashboard.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Step 5: Lock &amp; Enforcement Protocol.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We fix behavior… not just numbers.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stop guessing.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start controlling.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Store achieved 98% stock accuracy.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Internal shrinkage eliminated.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Second branch opened confidently.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Without micromanaging daily.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Imagine closing month without fear.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Imagine trusting your numbers.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Imagine sleeping peacefully.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might be thinking…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My staff won’t follow system.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 understand.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That’s why enforcement is built-in.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 already use software.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Software doesn’t create discipline.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My store is small.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Smaller stores leak more proportionally.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This sounds expensive.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Compare that to monthly hidden loss.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See how solvable this is?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Retail Control Architect™ is different.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structured.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predictable.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measurable.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It’s enforceable.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We implement with you.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And I guarantee results.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If mismatch doesn’t reduce in 30 days…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We work free until it does.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Zero risk to you.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Want to see if this fits your store?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Book a Free Stock Leakage Audit.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30-minute detailed diagnosis.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We identify your leakage zones.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get clarity instantly.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Immediate action plan.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Plus, 3 common mistakes revealed.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No obligation.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Only serious operators qualify.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No excuse culture allowed.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We don’t work with careless stores.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Limited audit slots weekly.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Once filled, calendar closes.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First serious store gets priority.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Don’t delay.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 have two options.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Ignore this.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Continue monthly mismatch.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Continue guessing profits.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Continue stress.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Install a proven system.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Take back control.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Protect your margins.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Scale confidently.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Makes complete business sense.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Learn from someone who built it.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Stop silent leakage.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Your store deserves structure.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Your hard work deserves protection.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Imagine 6 months from now.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Clean reports.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Confident audits.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Growth plans.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But only if you act now.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Doing nothing guarantees same result.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You’re still watching.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That means you want control.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So act like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Click the button below.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Schedule your audit.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Takes less than 60 seconds.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Slots fill quickly.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No commitment required.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Just clarity for your store.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Click below now.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Book your session.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Secure your spot.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Retail Control Architect™ works.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We fix mismatch permanently.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Click below.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I’ll see you inside.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