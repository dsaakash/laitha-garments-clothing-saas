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731520"/>
            <a:ext cx="2103120" cy="21031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280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WhatsApp Cold 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25D366"/>
                </a:solidFill>
                <a:latin typeface="Calibri"/>
              </a:defRPr>
            </a:pPr>
            <a:r>
              <a:t>Script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B0B0C0"/>
                </a:solidFill>
                <a:latin typeface="Calibri"/>
              </a:defRPr>
            </a:pPr>
            <a:r>
              <a:t>Ready-to-use WhatsApp messages to send store owners BEFORE calling or visiting.</a:t>
            </a:r>
            <a:br/>
            <a:r>
              <a:t>Just copy, personalize the name, and send.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1828800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Retail Control Architect  |  Cold Outreach Kit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D700"/>
                </a:solidFill>
                <a:latin typeface="Calibri"/>
              </a:defRPr>
            </a:pPr>
            <a:r>
              <a:t>Your Outreach Strategy — 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481328"/>
            <a:ext cx="594360" cy="59436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Send WhatsApp DM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105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Send a friendly message to introduce yourself. Don't sell anything yet.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572768"/>
            <a:ext cx="1188720" cy="384048"/>
          </a:xfrm>
          <a:prstGeom prst="roundRect">
            <a:avLst/>
          </a:prstGeom>
          <a:solidFill>
            <a:srgbClr val="25D366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5910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77440"/>
            <a:ext cx="100584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487168"/>
            <a:ext cx="594360" cy="594360"/>
          </a:xfrm>
          <a:prstGeom prst="ellipse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50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Wait for Reply (2-4 hours)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163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If they reply — great! Start a conversation. If no reply — move to step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8608"/>
            <a:ext cx="1188720" cy="384048"/>
          </a:xfrm>
          <a:prstGeom prst="roundRect">
            <a:avLst/>
          </a:prstGeom>
          <a:solidFill>
            <a:srgbClr val="4DA8FF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59689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100584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493008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56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Make the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822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Call them and reference your WhatsApp message. They already know who you are.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584448"/>
            <a:ext cx="1188720" cy="384048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60273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89120"/>
            <a:ext cx="100584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4498848"/>
            <a:ext cx="594360" cy="5943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62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Follow Up on 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280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After the call, send a thank-you message + summary of what you discussed.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4590288"/>
            <a:ext cx="1188720" cy="384048"/>
          </a:xfrm>
          <a:prstGeom prst="roundRect">
            <a:avLst/>
          </a:prstGeom>
          <a:solidFill>
            <a:srgbClr val="6C5CE7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6085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94960"/>
            <a:ext cx="1005840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7280" y="5504688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Book the Store Visit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8338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Confirm the meeting date/time on WhatsApp so it's in writing.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5596128"/>
            <a:ext cx="1188720" cy="384048"/>
          </a:xfrm>
          <a:prstGeom prst="roundRect">
            <a:avLst/>
          </a:prstGeom>
          <a:solidFill>
            <a:srgbClr val="00E676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56144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D366"/>
                </a:solidFill>
                <a:latin typeface="Calibri"/>
              </a:defRPr>
            </a:pPr>
            <a:r>
              <a:t>TEMPLATE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First Contact — Soft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Use when: Reaching out for the first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685800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6858000" cy="45720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Owner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774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 [Name] ji, Namaste!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8346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9260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 am Aakash from Retail Control Architect.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2918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3832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 help clothing &amp; retail store owners find and fix hidden stock losses.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84048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9319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 noticed your store [Store Name] and thought I could share something useful.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8912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4805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Many store owners lose 2-5 lakhs every year from stock mismatch without even knowing.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93776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02920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Would you be open to a quick 3-minute chat about how to check if this is happening in your store too?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54864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5778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No pressure at all. Just thought it might help.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Tips for this message: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Use their actual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Mention their store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Keep it friendly, not sales-y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Short paragraphs = easy to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End with a simple YES/NO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Send between 10 AM - 12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Add a namaste - shows respect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Calibri"/>
              </a:defRPr>
            </a:pPr>
            <a:r>
              <a:t>TEMPLATE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Pain Point Opener — Direct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Use when: You want to grab attention immediately with a relatable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685800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6858000" cy="45720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Owner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774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 [Name] 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7432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8346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Quick question - does your store ever face this?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2004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2918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Computer shows 100 items... but on the shelf you count only 85?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749039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840479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 have helped 10+ store owners fix this exact problem.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2062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2976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One owner found Rs 3.2 lakhs of hidden losses in just 45 days.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75488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8463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 would love to show you a simple way to check if your store has the same issue.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530352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3949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Can I call you for just 3 minutes tomorrow?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6B35"/>
                </a:solidFill>
                <a:latin typeface="Calibri"/>
              </a:defRPr>
            </a:pPr>
            <a:r>
              <a:t>Why this works: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Starts with a question they relate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Uses real numbers (100 vs 85)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Shows proof (Rs 3.2 lakhs)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Mentions other store owners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Asks for only 3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Specific time (tomorrow)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No pushy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E676"/>
                </a:solidFill>
                <a:latin typeface="Calibri"/>
              </a:defRPr>
            </a:pPr>
            <a:r>
              <a:t>TEMPLATE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Value-First — Give Before You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Use when: You want to build trust by sharing something useful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685800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6858000" cy="45720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Owner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774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Hi [Name] ji, I hope you are doing well!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8346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9260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 work with retail store owners, and I wanted to share 3 quick tips that helped my clients save lakhs: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38328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4747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Count your top 20 best-selling items every week (not all items, just 20)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84048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9319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Make staff write down every return - even small 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29768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891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Check closing stock every Saturday before leaving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75488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84632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These 3 things alone can save Rs 50,000+ every month for most stores.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530352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3949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If you want, I can do a FREE check of your store and show you exactly where money is slipping 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585216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94360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Just reply YES and I will arrange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E676"/>
                </a:solidFill>
                <a:latin typeface="Calibri"/>
              </a:defRPr>
            </a:pPr>
            <a:r>
              <a:t>Power move: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Gives FREE value upfront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Shows you know their world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3 actionable tips they can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Makes them think 'this guy knows'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Ends with simple 'reply YES'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Low commitment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Builds trust before the 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C5CE7"/>
                </a:solidFill>
                <a:latin typeface="Calibri"/>
              </a:defRPr>
            </a:pPr>
            <a:r>
              <a:t>TEMPLATE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Social Proof — Share a 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Use when: You want to create curiosity through a real-life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685800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6858000" cy="45720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Owner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7744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 [Name] ji, Namaste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7432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8346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 wanted to share a quick story with you...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2004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2918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Last month I visited a clothing store. The owner thought everything was fine.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6576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His computer showed stock worth Rs 28 lakhs.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1148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2062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But when we actually counted... only Rs 24 lakhs was there.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5720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6634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Rs 4 lakhs had silently disappeared and he had no idea!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50292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1206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We fixed it in 30 days using a simple system.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5486400"/>
            <a:ext cx="6217920" cy="36576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57784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Would you like to know if something similar is happening in your store? I can check for FREE.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C5CE7"/>
                </a:solidFill>
                <a:latin typeface="Calibri"/>
              </a:defRPr>
            </a:pPr>
            <a:r>
              <a:t>Story selling works: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Real story creates curiosity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Specific numbers feel authentic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Rs 28L vs Rs 24L = dramatic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Owner can relate to the situation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'Silently disappeared' = scary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'Fixed in 30 days' = hope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FREE check = no risk to say yes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DA8FF"/>
                </a:solidFill>
                <a:latin typeface="Calibri"/>
              </a:defRPr>
            </a:pPr>
            <a:r>
              <a:t>TEMPLATE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Follow-Up — When They Did Not Reply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Use when: 2-3 days have passed since your first message with no reply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41148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Follow-Up Option A (Gentle)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6032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Hi [Name] 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83464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92608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Just checking if you got my last message.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9184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No worries if you are busy!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5661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6576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 just wanted to share that I am offering a FREE store stock check this week.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148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It takes only 30 minutes and can save you lakhs.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Let me know if you are interested.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5488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4632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Have a great day!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21208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28800"/>
            <a:ext cx="521208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Follow-Up Option B (Curiosity)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46888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56032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Hi [Name] ji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83464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92608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 visited 3 stores in your area last week.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20040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29184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Every single one had the same problem 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661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6576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stock on computer and stock on shelf did not match.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0233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41148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One owner was losing Rs 40,000 EVERY MONTH without knowing.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4805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5720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 can check if this is happening in your store too. 100% free.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84632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93776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Interested?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TEMPLATE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After The Call — Thank You + Confirm Visit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Use when: Right after a successful phone call to lock in the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6858000" cy="475488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37360"/>
            <a:ext cx="6858000" cy="45720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Owner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7744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Thank you so much for your time [Name] ji! Really appreciate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83464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92608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As we discussed, here is what I will do when I visit your store: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29184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38328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Quick walk-through of your stock area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65760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4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Check a few items: computer count vs actual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02336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11480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Show you where the gaps 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38912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48056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Give you a clear picture + action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484632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93776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All FREE - no charges, no obligation.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530352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39496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Confirmed: [Day], [Date] at [Time]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760720"/>
            <a:ext cx="621792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852160"/>
            <a:ext cx="5943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Looking forward to meeting you!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737360"/>
            <a:ext cx="347472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Why send this: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468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Shows professionalism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Confirms the meeting in writing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Reminds them what to expect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840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'FREE' removes any last doubt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They can share with partner/staff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Creates psychological commitment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Hard to cancel after this!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D366"/>
                </a:solidFill>
                <a:latin typeface="Calibri"/>
              </a:defRPr>
            </a:pPr>
            <a:r>
              <a:t>TEMPLATE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Day-Before Reminder + After Visit Follow-Up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41148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Day-Before Reminder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Hi [Name] ji, good evening!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517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Just a reminder about our meeting tomorrow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at [Time] at your 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38328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7472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 will bring everything needed for the stock check.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79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You do not need to prepare anything.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1480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0624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If the timing needs to change, just let me know!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805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5720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See you tomorrow!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B141A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521208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After Visit Follow-Up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8600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37744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[Name] ji, thank you for today!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517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7432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It was great meeting you and seeing your store.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1752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10896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As I showed you, here are the key findings: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38328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47472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[Finding 1: e.g., 15% stock mismatch found]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749039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840479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[Finding 2: e.g., Returns not being recorded]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11480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20624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[Finding 3: e.g., No weekly count process]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8056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57200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I am confident we can fix this in 30 days.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846320"/>
            <a:ext cx="4754880" cy="320040"/>
          </a:xfrm>
          <a:prstGeom prst="round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937760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Shall we start next week?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6B35"/>
                </a:solidFill>
                <a:latin typeface="Calibri"/>
              </a:defRPr>
            </a:pPr>
            <a:r>
              <a:t>CALL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Phone Call Script — After the WhatsApp DM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05840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91440" cy="155448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DA8FF"/>
                </a:solidFill>
                <a:latin typeface="Calibri"/>
              </a:defRPr>
            </a:pPr>
            <a:r>
              <a:t>OPENING (15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"Hi, am I speaking with [Name] ji?"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"This is Aakash from Retail Control Architect."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"I had sent you a WhatsApp message yesterday about stock management."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"Do you have 3 minutes? I promise I will be quick."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35808"/>
            <a:ext cx="1005840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035808"/>
            <a:ext cx="91440" cy="15544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081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4D4D"/>
                </a:solidFill>
                <a:latin typeface="Calibri"/>
              </a:defRPr>
            </a:pPr>
            <a:r>
              <a:t>PROBLEM (30 seconds)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55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"I work with clothing store owners who face a common problem -"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30167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"their computer shows one stock number, but the real count is different."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04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"Most owners think this is normal... but it actually means money is leaking silently."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78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"One store I worked with was losing Rs 4 lakhs and did not even know!"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00016"/>
            <a:ext cx="10058400" cy="1554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700016"/>
            <a:ext cx="91440" cy="1554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745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SOLUTION (30 seconds)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00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"I have a simple 5-step system that fixes this in 30 days."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94375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"No expensive software needed. Just a clear process for your store."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686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"I would love to visit your store for just 30 minutes - completely free -"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8430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"and show you exactly where your store might be losing money."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6364224"/>
            <a:ext cx="10058400" cy="1234439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6364224"/>
            <a:ext cx="91440" cy="1234439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64099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CLOSE (15 seconds)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6842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"Would [Tuesday/Thursday] work for a quick 30-minute visit?"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95858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"There is absolutely no charge and no obligation."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72329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0B0C0"/>
                </a:solidFill>
                <a:latin typeface="Calibri"/>
              </a:defRPr>
            </a:pPr>
            <a:r>
              <a:t>"I just want to help you see what most store owners are missing."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If They Reply With... (Reply Templates)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3152" cy="77724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DA8FF"/>
                </a:solidFill>
                <a:latin typeface="Calibri"/>
              </a:defRPr>
            </a:pPr>
            <a:r>
              <a:t>They say: 'Who are you?'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1430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I am Aakash. I help store owners find hidden stock losses. I am not selling any software or product. I just want to show you something useful for your 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B35"/>
                </a:solidFill>
                <a:latin typeface="Calibri"/>
              </a:defRPr>
            </a:pPr>
            <a:r>
              <a:t>They say: 'I am busy'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574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No problem at all [Name] ji! When would be a better time? I need just 3 minutes. Even a quick call on [Day] evening would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73152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E676"/>
                </a:solidFill>
                <a:latin typeface="Calibri"/>
              </a:defRPr>
            </a:pPr>
            <a:r>
              <a:t>They say: 'How much does it cost?'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718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The store check-up is 100% free. If you like what I show you, we can discuss options later. But the first step costs you nothing.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73152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They say: 'I already use software'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862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That is great! But software alone does not stop stock leakage. My system adds the missing piece - a PROCESS that makes sure everything is tracked properly. Let me show you what I mean.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73152" cy="777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4D4D"/>
                </a:solidFill>
                <a:latin typeface="Calibri"/>
              </a:defRPr>
            </a:pPr>
            <a:r>
              <a:t>They say: 'Not interested'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006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I completely understand [Name] ji. Just one last thing - if you ever notice that your stock count does not match, feel free to message me. I will be happy to help. Thank you for your time!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6692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669280"/>
            <a:ext cx="73152" cy="777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C5CE7"/>
                </a:solidFill>
                <a:latin typeface="Calibri"/>
              </a:defRPr>
            </a:pPr>
            <a:r>
              <a:t>They say: 'Send me more details'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71500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Sure! Let me share a quick summary. But honestly, the best way to understand is a 30-minute visit where I show you live with your own stock. It is much more powerful than reading. Can we schedule that?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00E676"/>
                </a:solidFill>
                <a:latin typeface="Calibri"/>
              </a:defRPr>
            </a:pPr>
            <a:r>
              <a:t>Your Daily Outreach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73152" cy="7772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4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5D366"/>
                </a:solidFill>
                <a:latin typeface="Calibri"/>
              </a:defRPr>
            </a:pPr>
            <a:r>
              <a:t>9:00 AM - 10:00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Send 10-15 WhatsApp DMs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813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08099"/>
                </a:solidFill>
                <a:latin typeface="Calibri"/>
              </a:defRPr>
            </a:pPr>
            <a:r>
              <a:t>Use Templates 1-4. Personalize each message with their name and store name.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73152" cy="77724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DA8FF"/>
                </a:solidFill>
                <a:latin typeface="Calibri"/>
              </a:defRPr>
            </a:pPr>
            <a:r>
              <a:t>10:00 AM - 10:30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Follow up on yesterday's DMs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95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08099"/>
                </a:solidFill>
                <a:latin typeface="Calibri"/>
              </a:defRPr>
            </a:pPr>
            <a:r>
              <a:t>Check who read but did not reply. Send Template 5 follow-up 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26080"/>
            <a:ext cx="73152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6B35"/>
                </a:solidFill>
                <a:latin typeface="Calibri"/>
              </a:defRPr>
            </a:pPr>
            <a:r>
              <a:t>10:30 AM - 12:00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Make phone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101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08099"/>
                </a:solidFill>
                <a:latin typeface="Calibri"/>
              </a:defRPr>
            </a:pPr>
            <a:r>
              <a:t>Call everyone who replied positively. Use the phone script from Slide 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73152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2:00 PM - 3:00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Send after-call 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24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08099"/>
                </a:solidFill>
                <a:latin typeface="Calibri"/>
              </a:defRPr>
            </a:pPr>
            <a:r>
              <a:t>Send Template 6 to everyone you spoke with. Confirm store visits.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73152" cy="777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C5CE7"/>
                </a:solidFill>
                <a:latin typeface="Calibri"/>
              </a:defRPr>
            </a:pPr>
            <a:r>
              <a:t>5:00 PM - 5:30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Send reminders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38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08099"/>
                </a:solidFill>
                <a:latin typeface="Calibri"/>
              </a:defRPr>
            </a:pPr>
            <a:r>
              <a:t>Template 7 reminders for tomorrow's scheduled store visits.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669280"/>
            <a:ext cx="73152" cy="7772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715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E676"/>
                </a:solidFill>
                <a:latin typeface="Calibri"/>
              </a:defRPr>
            </a:pPr>
            <a:r>
              <a:t>Evening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Update your 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60533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08099"/>
                </a:solidFill>
                <a:latin typeface="Calibri"/>
              </a:defRPr>
            </a:pPr>
            <a:r>
              <a:t>Log all conversations, scores (Green/Yellow/Red), and next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D700"/>
                </a:solidFill>
                <a:latin typeface="Calibri"/>
              </a:defRPr>
            </a:pPr>
            <a:r>
              <a:t>WhatsApp Do's and Don'ts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0A2A1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E676"/>
                </a:solidFill>
                <a:latin typeface="Calibri"/>
              </a:defRPr>
            </a:pPr>
            <a:r>
              <a:t>DO's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Use their name - makes it 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140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Keep messages short (under 10 lines)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Use simple Hindi-English mix if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18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Send during business hours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210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Wait 2-3 days before follow-up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Always be polite and respectful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256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Use emojis sparingly (1-2 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280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End with a clear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2303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Save their contact properly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32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Track who replied, who didn't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029200" cy="5029200"/>
          </a:xfrm>
          <a:prstGeom prst="roundRect">
            <a:avLst/>
          </a:prstGeom>
          <a:solidFill>
            <a:srgbClr val="2A151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4D4D"/>
                </a:solidFill>
                <a:latin typeface="Calibri"/>
              </a:defRPr>
            </a:pPr>
            <a:r>
              <a:t>DON'Ts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send the same message to everyone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4140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send voice notes on first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163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share price in the first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18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send long paragraphs (wall of text)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210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call without messaging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spam with multiple messages same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256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use technical words they won't understand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280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argue if they say not interested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2303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send messages late at night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632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0B0C0"/>
                </a:solidFill>
                <a:latin typeface="Calibri"/>
              </a:defRPr>
            </a:pPr>
            <a:r>
              <a:t>  Never add them to groups without asking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25D366"/>
                </a:solidFill>
                <a:latin typeface="Calibri"/>
              </a:defRPr>
            </a:pPr>
            <a:r>
              <a:t>Quick-Copy Messages (Short Versions)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99"/>
                </a:solidFill>
                <a:latin typeface="Calibri"/>
              </a:defRPr>
            </a:pPr>
            <a:r>
              <a:t>Shorter versions you can quickly copy-paste and personalize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73152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D366"/>
                </a:solidFill>
                <a:latin typeface="Calibri"/>
              </a:defRPr>
            </a:pPr>
            <a:r>
              <a:t>First Contact (Short)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733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 [Name] ji. I am Aakash. I help store owners find hidden stock losses. Many stores lose 2-5 lakhs yearly without knowing. Can I share how to check this in your store? Just 3 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51560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73152" cy="7315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35"/>
                </a:solidFill>
                <a:latin typeface="Calibri"/>
              </a:defRPr>
            </a:pPr>
            <a:r>
              <a:t>Pain Point (Short)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 [Name] ji. Does your stock count ever not match the computer? I helped a store owner recover Rs 3.2 lakhs in 45 days. Would you like to know how? I can explain in 3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51560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676"/>
                </a:solidFill>
                <a:latin typeface="Calibri"/>
              </a:defRPr>
            </a:pPr>
            <a:r>
              <a:t>Value-First (Short)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107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 [Name] ji. Quick tip: Count your top 20 items weekly + make staff record every return. This alone saves Rs 50K/month. Want me to check your store for FREE? Reply YES.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1051560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77639"/>
            <a:ext cx="73152" cy="73152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DA8FF"/>
                </a:solidFill>
                <a:latin typeface="Calibri"/>
              </a:defRPr>
            </a:pPr>
            <a:r>
              <a:t>Follow-Up (Short)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79391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 [Name] ji, just following up. I am doing FREE store stock check-ups this week. Takes 30 min, can save lakhs. Want me to visit your store? No cost, no pressure.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51560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73152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Confirm Visit (Short)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4807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Thank you [Name] ji! Confirmed: [Day, Date, Time] at your store. I will check your stock, find the gaps, and give you a clear plan. All free. See you soon!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15000"/>
            <a:ext cx="1051560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715000"/>
            <a:ext cx="73152" cy="731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5CE7"/>
                </a:solidFill>
                <a:latin typeface="Calibri"/>
              </a:defRPr>
            </a:pPr>
            <a:r>
              <a:t>Day-Before Reminder (Short)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0167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0B0C0"/>
                </a:solidFill>
                <a:latin typeface="Calibri"/>
              </a:defRPr>
            </a:pPr>
            <a:r>
              <a:t>Hi [Name] ji! Just a reminder - I will be at your store tomorrow at [Time]. You do not need to prepare anything. See you!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6B35"/>
                </a:solidFill>
                <a:latin typeface="Calibri"/>
              </a:defRPr>
            </a:pPr>
            <a:r>
              <a:t>Your Complete Outreach Kit -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00584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280160"/>
            <a:ext cx="594360" cy="59436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618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WhatsApp DM Templates (7 Templates)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600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First contact, pain point, value-first, story, follow-up, after-call, reminder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100584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219456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76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Phone Call 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14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90-second structured script: Opening - Problem - Solution - Close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100584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108960"/>
            <a:ext cx="594360" cy="594360"/>
          </a:xfrm>
          <a:prstGeom prst="ellipse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090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Reply Handlers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Ready responses for 6 common replies (busy, cost, not interested, etc.)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31920"/>
            <a:ext cx="100584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023360"/>
            <a:ext cx="594360" cy="59436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005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Daily Outreach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Exact time blocks for DMs, calls, follow-ups, and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46320"/>
            <a:ext cx="100584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937760"/>
            <a:ext cx="594360" cy="59436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919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Quick-Copy Messages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257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08099"/>
                </a:solidFill>
                <a:latin typeface="Calibri"/>
              </a:defRPr>
            </a:pPr>
            <a:r>
              <a:t>Short versions of all templates for fast sending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5760720"/>
            <a:ext cx="7315200" cy="73152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5806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Target: 10-15 new DMs every day = 3-5 store visits per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61264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Consistency wins. Keep going!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